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5" d="100"/>
          <a:sy n="25" d="100"/>
        </p:scale>
        <p:origin x="1872" y="126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0" y="10648"/>
            <a:ext cx="28774944" cy="43179343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2703684"/>
            <a:ext cx="28800425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Arthur Rodrigues, Felipe O. Santos Ojo, Gabriel H. Coelho </a:t>
            </a:r>
            <a:r>
              <a:rPr lang="pt-BR" sz="3733" b="1" dirty="0" err="1">
                <a:ea typeface="ＭＳ Ｐゴシック" pitchFamily="34" charset="-128"/>
                <a:cs typeface="Times New Roman" pitchFamily="18" charset="0"/>
              </a:rPr>
              <a:t>Marussi</a:t>
            </a:r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, Lucas K. Soares Abe, Pedro D. </a:t>
            </a:r>
            <a:r>
              <a:rPr lang="pt-BR" sz="3733" b="1" dirty="0" err="1">
                <a:ea typeface="ＭＳ Ｐゴシック" pitchFamily="34" charset="-128"/>
                <a:cs typeface="Times New Roman" pitchFamily="18" charset="0"/>
              </a:rPr>
              <a:t>Zyrianoff</a:t>
            </a:r>
            <a:endParaRPr lang="pt-BR" sz="3733" b="1" dirty="0"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690522" y="4992304"/>
            <a:ext cx="13284851" cy="4329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Sobre a equipe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 </a:t>
            </a:r>
            <a:r>
              <a:rPr lang="pt-BR" sz="2400" dirty="0"/>
              <a:t>A equipe responsável pelo desenvolvimento do projeto </a:t>
            </a:r>
            <a:r>
              <a:rPr lang="pt-BR" sz="2400" dirty="0" err="1"/>
              <a:t>PicBoard</a:t>
            </a:r>
            <a:r>
              <a:rPr lang="pt-BR" sz="2400" dirty="0"/>
              <a:t> é composta por estudantes do curso de Ciência da Computação que vieram com o propósito de transformar ideias em uma solução real e de impacto, transformando cada pensamento em uma solução por meio do código!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	Todos os integrantes atuaram de forma colaborativa em todas as etapas do desenvolvimento, mas cada teve sua responsabilidade especifica durante o processo: Felipe e Gabriel foram os responsáveis pelo desenvolvimento do sistema. Lucas, Pedro e Arthur pela tarefa de lidar com os dados. Isso permitiu que pudéssemos resolver os problemas da empresa e alcançar com êxito os objetivos esperados.</a:t>
            </a:r>
            <a:endParaRPr lang="pt-BR" sz="2666" dirty="0"/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</p:spPr>
        <p:txBody>
          <a:bodyPr/>
          <a:lstStyle/>
          <a:p>
            <a:pPr eaLnBrk="1" hangingPunct="1"/>
            <a:r>
              <a:rPr lang="pt-BR" sz="5866" b="1" dirty="0" err="1"/>
              <a:t>PicBoard</a:t>
            </a:r>
            <a:r>
              <a:rPr lang="pt-BR" sz="5866" b="1" dirty="0"/>
              <a:t> - </a:t>
            </a:r>
            <a:r>
              <a:rPr lang="pt-BR" sz="5866" b="1" dirty="0" err="1"/>
              <a:t>JsonBond</a:t>
            </a:r>
            <a:endParaRPr lang="pt-BR" sz="5866" b="1" dirty="0"/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2025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4992305"/>
            <a:ext cx="13284851" cy="5324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Problema a ser tratado</a:t>
            </a:r>
          </a:p>
          <a:p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  A empresa </a:t>
            </a:r>
            <a:r>
              <a:rPr lang="pt-BR" sz="2400" dirty="0" err="1"/>
              <a:t>PicMoney</a:t>
            </a:r>
            <a:r>
              <a:rPr lang="pt-BR" sz="2400" dirty="0"/>
              <a:t>, plataforma gamificada de distribuição de recompensas, enfrenta dificuldades para analisar o desempenho operacional (distribuição de cupons), entender o comportamento dos usuários e acompanhar sua saúde financeira. Como os dados são coletados de forma dispersa e sem padronização, análises estratégicas e o monitoramento quase em tempo real ficam comprometidos, atrasando decisões, reduzindo a eficiência das campanhas e limitando a adaptação ao mercado. </a:t>
            </a:r>
          </a:p>
          <a:p>
            <a:r>
              <a:rPr lang="pt-BR" sz="2400" dirty="0"/>
              <a:t>	É essencial implantar um ambiente único de dados, com padronização e painéis de métricas, para centralizar informações de negócio, sustentar decisões rápidas e seguras e evitar gargalos que podem restringir o crescimento.</a:t>
            </a:r>
          </a:p>
          <a:p>
            <a:r>
              <a:rPr lang="pt-BR" sz="2400" dirty="0"/>
              <a:t>Sem um sistema central de dados confiável, a empresa perde velocidade, precisão e capacidade de escalar decisões baseadas em evidências.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.	</a:t>
            </a:r>
            <a:r>
              <a:rPr lang="pt-BR" sz="2666" dirty="0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53" y="33543418"/>
            <a:ext cx="13318910" cy="4852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Solução proposta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 A solução proposta foi a de desenvolver um dashboard financeiro que centralizasse todos os dados estratégicos da empresa em um ambiente seguro e acessível aos gestores. Uma plataforma que reúne, trata e disponibiliza todas as informações de maneira dinâmica e interativa.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O dashboard consiste em duas visões diferentes para que cada tipo de C-</a:t>
            </a:r>
            <a:r>
              <a:rPr lang="pt-BR" sz="2400" dirty="0" err="1"/>
              <a:t>Level</a:t>
            </a:r>
            <a:r>
              <a:rPr lang="pt-BR" sz="2400" dirty="0"/>
              <a:t> da empresa (CEO e CFO) consigam realizar analises eficientes para tomarem suas decisões com assertividade focando no que realmente importa para o negócio. 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O dashboard contém indicadores que permitem analisar a eficiência das campanhas realizadas, a interação dos usuários, saúde financeira e dados sobre as empresas parceiras.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0" y="3056747"/>
            <a:ext cx="29592614" cy="135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66" b="1" kern="0" dirty="0"/>
              <a:t>Professores: Eduardo </a:t>
            </a:r>
            <a:r>
              <a:rPr lang="pt-BR" sz="2666" b="1" kern="0" dirty="0" err="1"/>
              <a:t>Savino</a:t>
            </a:r>
            <a:r>
              <a:rPr lang="pt-BR" sz="2666" b="1" kern="0" dirty="0"/>
              <a:t> Gomes, Lucy Mari </a:t>
            </a:r>
            <a:r>
              <a:rPr lang="pt-BR" sz="2666" b="1" kern="0" dirty="0" err="1"/>
              <a:t>Tabuti</a:t>
            </a:r>
            <a:r>
              <a:rPr lang="pt-BR" sz="2666" b="1" kern="0" dirty="0"/>
              <a:t>, Mauricio Lopes da Cunha, </a:t>
            </a:r>
            <a:r>
              <a:rPr lang="pt-BR" sz="2666" b="1" kern="0" dirty="0" err="1"/>
              <a:t>Rodnil</a:t>
            </a:r>
            <a:r>
              <a:rPr lang="pt-BR" sz="2666" b="1" kern="0" dirty="0"/>
              <a:t> da Silva Moreira Lisboa</a:t>
            </a:r>
            <a:endParaRPr lang="pt-BR" sz="5866" b="1" kern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6784" y="33543418"/>
            <a:ext cx="13318910" cy="390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Futuro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 	 O futuro do projeto </a:t>
            </a:r>
            <a:r>
              <a:rPr lang="pt-BR" sz="2400" dirty="0" err="1"/>
              <a:t>PicMoney</a:t>
            </a:r>
            <a:r>
              <a:rPr lang="pt-BR" sz="2400" dirty="0"/>
              <a:t> caminha para se tornar uma plataforma inteligente de análise e previsão de dados, indo além do simples monitoramento de indicadores. 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A próxima fase prevê a implementação de ferramentas de Inteligência Artificial e Aprendizado de Máquina (Machine Learning), capazes de identificar padrões de comportamento dos usuários, prever tendências financeiras e sugerir ações estratégicas automáticas para otimizar resultados. 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Com essa evolução, o dashboard deixará de ser apenas uma ferramenta de acompanhamento e passará a atuar como um assistente analítico, capaz de gerar insights preditivos e recomendações em tempo real para os executivos da </a:t>
            </a:r>
            <a:r>
              <a:rPr lang="pt-BR" sz="2400" dirty="0" err="1"/>
              <a:t>PicMoney</a:t>
            </a:r>
            <a:r>
              <a:rPr lang="pt-BR" sz="2400" dirty="0"/>
              <a:t>. 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431" y="10343748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14" name="Imagem 13" descr="Ícone&#10;&#10;O conteúdo gerado por IA pode estar incorreto.">
            <a:extLst>
              <a:ext uri="{FF2B5EF4-FFF2-40B4-BE49-F238E27FC236}">
                <a16:creationId xmlns:a16="http://schemas.microsoft.com/office/drawing/2014/main" id="{BE7B6F3C-F476-EDA2-311E-8DA8C3BBBA1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617" y="12089422"/>
            <a:ext cx="2122230" cy="2122230"/>
          </a:xfrm>
          <a:prstGeom prst="rect">
            <a:avLst/>
          </a:prstGeom>
        </p:spPr>
      </p:pic>
      <p:pic>
        <p:nvPicPr>
          <p:cNvPr id="17" name="Imagem 16" descr="Logotipo&#10;&#10;O conteúdo gerado por IA pode estar incorreto.">
            <a:extLst>
              <a:ext uri="{FF2B5EF4-FFF2-40B4-BE49-F238E27FC236}">
                <a16:creationId xmlns:a16="http://schemas.microsoft.com/office/drawing/2014/main" id="{BF4471B5-57EB-4844-928D-DCF9ED7AF6F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9884" y="13325463"/>
            <a:ext cx="1700653" cy="1700653"/>
          </a:xfrm>
          <a:prstGeom prst="rect">
            <a:avLst/>
          </a:prstGeom>
        </p:spPr>
      </p:pic>
      <p:pic>
        <p:nvPicPr>
          <p:cNvPr id="18" name="Imagem 17" descr="Ícone&#10;&#10;O conteúdo gerado por IA pode estar incorreto.">
            <a:extLst>
              <a:ext uri="{FF2B5EF4-FFF2-40B4-BE49-F238E27FC236}">
                <a16:creationId xmlns:a16="http://schemas.microsoft.com/office/drawing/2014/main" id="{6D783549-32E2-3701-9536-85EC637BA26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4377" y="15951168"/>
            <a:ext cx="2577920" cy="2577920"/>
          </a:xfrm>
          <a:prstGeom prst="rect">
            <a:avLst/>
          </a:prstGeom>
        </p:spPr>
      </p:pic>
      <p:pic>
        <p:nvPicPr>
          <p:cNvPr id="22" name="Picture 21" descr="A logo with a smile&#10;&#10;AI-generated content may be incorrect.">
            <a:extLst>
              <a:ext uri="{FF2B5EF4-FFF2-40B4-BE49-F238E27FC236}">
                <a16:creationId xmlns:a16="http://schemas.microsoft.com/office/drawing/2014/main" id="{361BD69C-B648-EA51-6283-94795509A07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8203" y="16383383"/>
            <a:ext cx="2745537" cy="1830358"/>
          </a:xfrm>
          <a:prstGeom prst="rect">
            <a:avLst/>
          </a:prstGeom>
        </p:spPr>
      </p:pic>
      <p:pic>
        <p:nvPicPr>
          <p:cNvPr id="24" name="Picture 23" descr="A blue and yellow snake&#10;&#10;AI-generated content may be incorrect.">
            <a:extLst>
              <a:ext uri="{FF2B5EF4-FFF2-40B4-BE49-F238E27FC236}">
                <a16:creationId xmlns:a16="http://schemas.microsoft.com/office/drawing/2014/main" id="{2459C2B4-190D-597F-59DD-3C64FEEDAF5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3410" y="12926346"/>
            <a:ext cx="2359308" cy="2359308"/>
          </a:xfrm>
          <a:prstGeom prst="rect">
            <a:avLst/>
          </a:prstGeom>
        </p:spPr>
      </p:pic>
      <p:pic>
        <p:nvPicPr>
          <p:cNvPr id="15" name="Picture 14" descr="A screenshot of a computer">
            <a:extLst>
              <a:ext uri="{FF2B5EF4-FFF2-40B4-BE49-F238E27FC236}">
                <a16:creationId xmlns:a16="http://schemas.microsoft.com/office/drawing/2014/main" id="{7BC10357-7F9B-A5DD-C258-B2CEC1C5B6F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3203" y="19810310"/>
            <a:ext cx="14375230" cy="8098588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B76426-9416-2F35-F5D8-FC0318E249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725" y="12074507"/>
            <a:ext cx="14356178" cy="8097380"/>
          </a:xfrm>
          <a:prstGeom prst="rect">
            <a:avLst/>
          </a:prstGeom>
        </p:spPr>
      </p:pic>
      <p:pic>
        <p:nvPicPr>
          <p:cNvPr id="12" name="Picture 11" descr="A screenshot of a computer">
            <a:extLst>
              <a:ext uri="{FF2B5EF4-FFF2-40B4-BE49-F238E27FC236}">
                <a16:creationId xmlns:a16="http://schemas.microsoft.com/office/drawing/2014/main" id="{EE584F03-E31B-BBF2-05F7-4C9CB22145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375" y="23307381"/>
            <a:ext cx="14375231" cy="8097380"/>
          </a:xfrm>
          <a:prstGeom prst="rect">
            <a:avLst/>
          </a:prstGeom>
        </p:spPr>
      </p:pic>
      <p:pic>
        <p:nvPicPr>
          <p:cNvPr id="19" name="Picture 18" descr="A blue elephant head with white outline on black background&#10;&#10;AI-generated content may be incorrect.">
            <a:extLst>
              <a:ext uri="{FF2B5EF4-FFF2-40B4-BE49-F238E27FC236}">
                <a16:creationId xmlns:a16="http://schemas.microsoft.com/office/drawing/2014/main" id="{32507999-91ED-108B-A3E4-855EA5DDE56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0722" y="14329931"/>
            <a:ext cx="2122231" cy="235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Props1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580D08-C850-4D98-9BB0-6190D1509D8A}">
  <ds:schemaRefs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metadata/properties"/>
    <ds:schemaRef ds:uri="http://purl.org/dc/dcmitype/"/>
    <ds:schemaRef ds:uri="1d2798d9-1030-4cc5-be7b-200f9e628651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8ca2a57e-8138-4b57-956a-eb6e2c7049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819</TotalTime>
  <Words>549</Words>
  <Application>Microsoft Office PowerPoint</Application>
  <PresentationFormat>Custom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Design padrão</vt:lpstr>
      <vt:lpstr>PicBoard - JsonBond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Felipe Santos</cp:lastModifiedBy>
  <cp:revision>54</cp:revision>
  <dcterms:created xsi:type="dcterms:W3CDTF">2006-11-04T15:46:42Z</dcterms:created>
  <dcterms:modified xsi:type="dcterms:W3CDTF">2025-11-10T20:00:24Z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